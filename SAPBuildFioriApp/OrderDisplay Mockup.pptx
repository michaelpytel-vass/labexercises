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05" d="100"/>
          <a:sy n="105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05D6-0FE9-C843-2DAF-9253E85EE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83358-00E6-B40E-9E21-07523F0FF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F055-12D4-575C-35EB-57986FD6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F642E-2279-93AD-085A-E0BB3813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171B-61B7-2093-F5E7-5CC72094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64F2-6EC1-D5E9-B61B-ED1BD9CA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5A04-2D86-F25D-D2FF-536F1FB35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0B863-4BA8-66E9-FE59-840E65D5E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24881-5186-1A7F-F1D9-C361267E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46C9-12B4-D8D9-4164-58A899F8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0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295A-8A57-EEFF-0C54-6C77EEEE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9E74A-7DE1-CADA-B651-6CA463A3B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F28E-7F82-29ED-320C-8C71444B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7C8AF-5C77-3A53-F209-986A2AAF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174C-BE9F-A481-F0BA-A9C77A0D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7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8669-8135-95CF-97FD-AFB08C38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3ECB-37A4-01D8-ACAF-A433FB84D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1DF76-8E39-AEBD-8E1D-46869B318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487FD-4262-1070-A160-4BAC96EF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DCBAD-92D6-272F-90EF-D184AEBD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A39DD-31C0-F4BD-F7AC-1B0DABD0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5E36-1819-EA21-D794-0765BF6A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C7D7F-E675-0DE2-ABFC-F977F73C1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C5BF1-6208-3A22-C34C-0BA007DEE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B5542-9429-6F03-CCE4-5B0AFA659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DC290-C1FB-5B18-D6EF-5AB153DD6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AC4F5-963B-1FAA-0A57-74954D6F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615C1-609A-28DF-02F8-7C5D4DE0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35AB-43A9-6577-37B4-59775A5D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0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5980-FA9A-B32C-EEE1-93588C44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9AE1C-BB41-D1BC-2D88-C4A90A29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80494-E784-CA25-E854-C2B6CA3E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190AE-F981-3F82-FBE3-A2A3D509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2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8DB13-9057-6C0C-7D09-93896834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D19B8-1066-D6F4-E377-F2396EDC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D6C0-6103-64F5-8812-A26BFCFB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8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4E27-1789-17C9-7D20-67B0CAAC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A111-6022-420C-AF3B-150861678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A126F-93E6-384A-7111-6E0C02240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6D948-0C72-F030-3355-83301698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EF60E-6D7B-CA9C-DEA3-7A692F55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AC61C-7867-1F3E-79A4-1BAA4525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6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C8BE-D8B3-B21C-B528-E4A64412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63E8F-745F-8297-FEF8-D5730945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8034D-4D9E-6D27-0767-4F7C67260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9DAD0-BAA8-F9DE-92FD-A4295D88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9605A-C8A8-A264-D118-3EDF7CF9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FFDFE-A72C-9038-F7E4-55EF01E5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1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280D-08DA-C84C-CEEF-61B48E98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8228-2A9D-B518-35ED-4D0E2D3B3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E2DD1-7418-B6BC-71DA-3C3960E7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07BDB-FE8E-A8F8-0334-608C0769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254C0-F7C3-E2C2-65AB-299420B1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6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26E68-2903-C239-C2C1-AE92E47D3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69F63-03C7-ACB0-FB15-8000C100C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0C59-D7DD-3542-2E81-95FFBA34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99BD9-49AC-BD75-DDE2-A74F8098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16587-FE1C-E5C6-4DE1-93C7A67F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31574-8C94-21D1-62D2-A6AC5ECF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85C58-F074-5254-CB47-930539D2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30366-9F1B-87C6-A490-35DAC1DF9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7F8DC-4160-8F49-863F-A6BC9E26411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6740A-94D3-2EAD-EE75-74D8095CA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35886-5745-2F9C-3D67-00E95AA8F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A3DAE-F0CF-294D-B132-FCEF629F6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245B5D-33A0-C539-A2C2-CC554A364333}"/>
              </a:ext>
            </a:extLst>
          </p:cNvPr>
          <p:cNvSpPr/>
          <p:nvPr/>
        </p:nvSpPr>
        <p:spPr>
          <a:xfrm>
            <a:off x="950495" y="890337"/>
            <a:ext cx="10708105" cy="56789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6434A-8E39-DB64-01F0-E296496567F0}"/>
              </a:ext>
            </a:extLst>
          </p:cNvPr>
          <p:cNvSpPr txBox="1"/>
          <p:nvPr/>
        </p:nvSpPr>
        <p:spPr>
          <a:xfrm>
            <a:off x="1034716" y="1022683"/>
            <a:ext cx="217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 Order Display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49798F-31BC-F587-64BB-A5CC8BFEA1CB}"/>
              </a:ext>
            </a:extLst>
          </p:cNvPr>
          <p:cNvCxnSpPr/>
          <p:nvPr/>
        </p:nvCxnSpPr>
        <p:spPr>
          <a:xfrm>
            <a:off x="950495" y="1576137"/>
            <a:ext cx="107081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A5849AC-C25D-F49F-14BF-FC47B9661E53}"/>
              </a:ext>
            </a:extLst>
          </p:cNvPr>
          <p:cNvSpPr/>
          <p:nvPr/>
        </p:nvSpPr>
        <p:spPr>
          <a:xfrm>
            <a:off x="1275346" y="1925053"/>
            <a:ext cx="1780673" cy="300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D9D372-20FE-70B4-BA61-1CC58335D74F}"/>
              </a:ext>
            </a:extLst>
          </p:cNvPr>
          <p:cNvSpPr/>
          <p:nvPr/>
        </p:nvSpPr>
        <p:spPr>
          <a:xfrm>
            <a:off x="3352799" y="1925052"/>
            <a:ext cx="1780673" cy="300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441EA-B948-C810-8D29-03BB4EA11CF5}"/>
              </a:ext>
            </a:extLst>
          </p:cNvPr>
          <p:cNvSpPr/>
          <p:nvPr/>
        </p:nvSpPr>
        <p:spPr>
          <a:xfrm>
            <a:off x="5430252" y="1925051"/>
            <a:ext cx="1780673" cy="300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Order 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2982E-4083-3321-C5FE-9CFCF9234858}"/>
              </a:ext>
            </a:extLst>
          </p:cNvPr>
          <p:cNvSpPr/>
          <p:nvPr/>
        </p:nvSpPr>
        <p:spPr>
          <a:xfrm>
            <a:off x="7507705" y="1925050"/>
            <a:ext cx="1780673" cy="300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Sales Document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A03DC7-4F5F-1DB0-05FB-F187B1BC3A88}"/>
              </a:ext>
            </a:extLst>
          </p:cNvPr>
          <p:cNvSpPr/>
          <p:nvPr/>
        </p:nvSpPr>
        <p:spPr>
          <a:xfrm>
            <a:off x="9585158" y="1925049"/>
            <a:ext cx="1780673" cy="300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Overall Status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4344AC-7F1E-90AA-7FED-C6583D6157F1}"/>
              </a:ext>
            </a:extLst>
          </p:cNvPr>
          <p:cNvCxnSpPr/>
          <p:nvPr/>
        </p:nvCxnSpPr>
        <p:spPr>
          <a:xfrm>
            <a:off x="950494" y="2498558"/>
            <a:ext cx="107081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AB17C36-CD54-435F-4E8F-FC8B94662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4206"/>
              </p:ext>
            </p:extLst>
          </p:nvPr>
        </p:nvGraphicFramePr>
        <p:xfrm>
          <a:off x="1160375" y="2961467"/>
          <a:ext cx="10205454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225">
                  <a:extLst>
                    <a:ext uri="{9D8B030D-6E8A-4147-A177-3AD203B41FA5}">
                      <a16:colId xmlns:a16="http://schemas.microsoft.com/office/drawing/2014/main" val="2939862064"/>
                    </a:ext>
                  </a:extLst>
                </a:gridCol>
                <a:gridCol w="2047593">
                  <a:extLst>
                    <a:ext uri="{9D8B030D-6E8A-4147-A177-3AD203B41FA5}">
                      <a16:colId xmlns:a16="http://schemas.microsoft.com/office/drawing/2014/main" val="1339850555"/>
                    </a:ext>
                  </a:extLst>
                </a:gridCol>
                <a:gridCol w="1700909">
                  <a:extLst>
                    <a:ext uri="{9D8B030D-6E8A-4147-A177-3AD203B41FA5}">
                      <a16:colId xmlns:a16="http://schemas.microsoft.com/office/drawing/2014/main" val="3864997129"/>
                    </a:ext>
                  </a:extLst>
                </a:gridCol>
                <a:gridCol w="1700909">
                  <a:extLst>
                    <a:ext uri="{9D8B030D-6E8A-4147-A177-3AD203B41FA5}">
                      <a16:colId xmlns:a16="http://schemas.microsoft.com/office/drawing/2014/main" val="3453295235"/>
                    </a:ext>
                  </a:extLst>
                </a:gridCol>
                <a:gridCol w="1700909">
                  <a:extLst>
                    <a:ext uri="{9D8B030D-6E8A-4147-A177-3AD203B41FA5}">
                      <a16:colId xmlns:a16="http://schemas.microsoft.com/office/drawing/2014/main" val="913413817"/>
                    </a:ext>
                  </a:extLst>
                </a:gridCol>
                <a:gridCol w="1700909">
                  <a:extLst>
                    <a:ext uri="{9D8B030D-6E8A-4147-A177-3AD203B41FA5}">
                      <a16:colId xmlns:a16="http://schemas.microsoft.com/office/drawing/2014/main" val="3003452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Sales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Overall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Net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9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74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04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$1,120.00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085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$2,140.00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24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Acme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$3,160.00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56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Acme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10/19/2025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$1,090.00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49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10/9/2025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74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10/20/2025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76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12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2715</TotalTime>
  <Words>76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Pytel</dc:creator>
  <cp:lastModifiedBy>Michael Pytel</cp:lastModifiedBy>
  <cp:revision>1</cp:revision>
  <cp:lastPrinted>2025-10-28T21:38:23Z</cp:lastPrinted>
  <dcterms:created xsi:type="dcterms:W3CDTF">2025-10-28T21:03:25Z</dcterms:created>
  <dcterms:modified xsi:type="dcterms:W3CDTF">2025-10-30T18:18:57Z</dcterms:modified>
</cp:coreProperties>
</file>